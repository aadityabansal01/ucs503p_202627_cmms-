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College Mentorship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Streamlining Faculty-Student Guidance &amp; Academic Progress</a:t>
            </a:r>
          </a:p>
          <a:p/>
          <a:p>
            <a:r>
              <a:t>CMMS is a digital platform designed to digitize, schedule, and track faculty mentorship across university departments.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Campus Mentorship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01. Student Success</a:t>
            </a:r>
          </a:p>
          <a:p>
            <a:pPr lvl="1"/>
            <a:r>
              <a:t>Direct faculty guidance significantly improves academic outcomes and retention.</a:t>
            </a:r>
          </a:p>
          <a:p>
            <a:pPr/>
            <a:r>
              <a:t>02. Research &amp; Career Alignment</a:t>
            </a:r>
          </a:p>
          <a:p>
            <a:pPr lvl="1"/>
            <a:r>
              <a:t>Structured mentorship connects students with relevant thesis topics and research grants.</a:t>
            </a:r>
          </a:p>
          <a:p>
            <a:pPr/>
            <a:r>
              <a:t>03. Continuous Evaluation</a:t>
            </a:r>
          </a:p>
          <a:p>
            <a:pPr lvl="1"/>
            <a:r>
              <a:t>Provides real-time visibility into student progress for university departments.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Challenges of Traditional Mentorship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01. Manual &amp; Unstructured</a:t>
            </a:r>
          </a:p>
          <a:p>
            <a:pPr lvl="1"/>
            <a:r>
              <a:t>Mentorship relies on informal emails, leading to missed office hours and poor record-keeping.</a:t>
            </a:r>
          </a:p>
          <a:p>
            <a:pPr/>
            <a:r>
              <a:t>02. Lack of Tracking</a:t>
            </a:r>
          </a:p>
          <a:p>
            <a:pPr lvl="1"/>
            <a:r>
              <a:t>Department heads have no clear data on mentorship frequency, meeting outcomes, or student progress.</a:t>
            </a:r>
          </a:p>
          <a:p>
            <a:pPr/>
            <a:r>
              <a:t>03. Resource Misallocation</a:t>
            </a:r>
          </a:p>
          <a:p>
            <a:pPr lvl="1"/>
            <a:r>
              <a:t>Equal faculty workload distribution is difficult to manage manually across hundreds of students.</a:t>
            </a:r>
          </a:p>
          <a:p>
            <a:pPr/>
            <a:r>
              <a:t>NET RESULT: Mentorship quality depends entirely on individual initiative — not institutional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Smart Mentorship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Automated Allocation</a:t>
            </a:r>
          </a:p>
          <a:p>
            <a:pPr lvl="1"/>
            <a:r>
              <a:t>Instead of manual assignments, the system automatically routes students to available faculty using database filtering.</a:t>
            </a:r>
          </a:p>
          <a:p>
            <a:pPr/>
            <a:r>
              <a:t>2. Seamless Scheduling</a:t>
            </a:r>
          </a:p>
          <a:p>
            <a:pPr lvl="1"/>
            <a:r>
              <a:t>Eliminates emails; uses relational tables using a faculty slot system rather than fragile external calendar tokens.</a:t>
            </a:r>
          </a:p>
          <a:p>
            <a:pPr/>
            <a:r>
              <a:t>3. Role-Based Dashboards (RBAC)</a:t>
            </a:r>
          </a:p>
          <a:p>
            <a:pPr lvl="1"/>
            <a:r>
              <a:t>Tailored interfaces for Students, Faculty, and Department Admins.</a:t>
            </a:r>
          </a:p>
          <a:p>
            <a:pPr/>
            <a:r>
              <a:t>4. Continuous Monitoring</a:t>
            </a:r>
          </a:p>
          <a:p>
            <a:pPr lvl="1"/>
            <a:r>
              <a:t>Structured milestone tracking and evaluation logs for faculty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