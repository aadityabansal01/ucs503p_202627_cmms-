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042D1-BC77-4347-9C99-647D4208EBD2}" v="50" dt="2026-08-11T03:02:08.628"/>
    <p1510:client id="{DD3832C8-A1E6-4F36-B3C5-A6F927092E23}" v="42" dt="2026-08-11T02:02:33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8BBE1-964F-4ED2-BC6B-FA40E98DB9E3}" type="datetimeFigureOut"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2E46E-F0B9-465D-A6CE-B56F9F96B7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0515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College Mentorship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Faculty-Student Guidance &amp; Academic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308" y="4271818"/>
            <a:ext cx="7869612" cy="1630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C1E21"/>
                </a:solidFill>
                <a:latin typeface="Calibri"/>
                <a:ea typeface="Calibri"/>
                <a:cs typeface="Calibri"/>
              </a:rPr>
              <a:t>CMMS is a digital platform designed to digitize, schedule, and track faculty mentorship across university departments. It replaces fragmented, manual coordination with a single structured system for allocation, scheduling, and progress evaluation.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09760" y="822960"/>
            <a:ext cx="2011680" cy="2011680"/>
          </a:xfrm>
          <a:prstGeom prst="roundRect">
            <a:avLst>
              <a:gd name="adj" fmla="val 8182"/>
            </a:avLst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0" y="11430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0" y="1143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CM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5846387"/>
            <a:ext cx="1097280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5596128"/>
            <a:ext cx="2606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5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CMMS</a:t>
            </a:r>
            <a:endParaRPr lang="en-US" sz="1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Campus Mentorship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1F1E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2926080"/>
            <a:ext cx="2862072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8620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faculty guidance significantly improves academic outcomes and retention.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1F1E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8304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18304" y="2926080"/>
            <a:ext cx="2862072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Career Alignment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4023360"/>
            <a:ext cx="28620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mentorship connects students with relevant thesis topics and research grants.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87452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1F1E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76488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D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76488" y="2926080"/>
            <a:ext cx="2862072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310896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4023360"/>
            <a:ext cx="28620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visibility into student progress for university departments.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Challenges of Traditional Mentorship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89320" cy="4069080"/>
          </a:xfrm>
          <a:prstGeom prst="roundRect">
            <a:avLst>
              <a:gd name="adj" fmla="val 2022"/>
            </a:avLst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A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21488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Unstructured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4963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relies on informal emails, leading to missed office hours and poor record-keeping.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218688"/>
            <a:ext cx="5166360" cy="0"/>
          </a:xfrm>
          <a:prstGeom prst="line">
            <a:avLst/>
          </a:prstGeom>
          <a:noFill/>
          <a:ln w="9525">
            <a:solidFill>
              <a:srgbClr val="4A5B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A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3383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73075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 have no clear data on mentorship frequency, meeting outcomes, or student progress.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4453128"/>
            <a:ext cx="5166360" cy="0"/>
          </a:xfrm>
          <a:prstGeom prst="line">
            <a:avLst/>
          </a:prstGeom>
          <a:noFill/>
          <a:ln w="9525">
            <a:solidFill>
              <a:srgbClr val="4A5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A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Misallocation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496519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faculty workload distribution is difficult to manage manually across hundreds of students.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4663440" cy="4069080"/>
          </a:xfrm>
          <a:prstGeom prst="roundRect">
            <a:avLst>
              <a:gd name="adj" fmla="val 2022"/>
            </a:avLst>
          </a:prstGeom>
          <a:solidFill>
            <a:srgbClr val="F1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606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Mentorship quality depends entirely on individual initiative — not institutional design.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269480" y="4069080"/>
            <a:ext cx="393192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42976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are left without the visibility needed to support students at scale, or to recognize mentors carrying disproportionate load.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E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Solution: Smart Mentorship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36454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67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AFAF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2020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4051069"/>
            <a:ext cx="2020824" cy="9781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C7CDCB"/>
                </a:solidFill>
                <a:ea typeface="+mn-lt"/>
                <a:cs typeface="+mn-lt"/>
              </a:rPr>
              <a:t>Instead of manual assignments, the system automatically routes students to available faculty using database filtering.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>
              <a:lnSpc>
                <a:spcPct val="135000"/>
              </a:lnSpc>
              <a:buNone/>
            </a:pPr>
            <a:endParaRPr lang="en-US" sz="1200" dirty="0">
              <a:solidFill>
                <a:srgbClr val="C7CDCB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65576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1F1EF"/>
          </a:solidFill>
          <a:ln/>
        </p:spPr>
      </p:sp>
      <p:sp>
        <p:nvSpPr>
          <p:cNvPr id="10" name="Shape 8"/>
          <p:cNvSpPr/>
          <p:nvPr/>
        </p:nvSpPr>
        <p:spPr>
          <a:xfrm>
            <a:off x="3758184" y="2167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5D50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AF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58184" y="2834640"/>
            <a:ext cx="2020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Scheduling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58184" y="3566160"/>
            <a:ext cx="2020824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B7280"/>
                </a:solidFill>
                <a:ea typeface="+mn-lt"/>
                <a:cs typeface="+mn-lt"/>
              </a:rPr>
              <a:t>eliminates emails,rather than  fragile external Google Calendar tokens, we </a:t>
            </a:r>
            <a:r>
              <a:rPr lang="en-US" sz="1200">
                <a:solidFill>
                  <a:srgbClr val="6B7280"/>
                </a:solidFill>
                <a:ea typeface="+mn-lt"/>
                <a:cs typeface="+mn-lt"/>
              </a:rPr>
              <a:t>use  relational tables using faculty slot system.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91072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3645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167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AFAF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834640"/>
            <a:ext cx="2020824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AFAF9"/>
                </a:solidFill>
                <a:ea typeface="+mn-lt"/>
                <a:cs typeface="+mn-lt"/>
              </a:rPr>
              <a:t>Role-Based Dashboards (RBAC)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566160"/>
            <a:ext cx="2020824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C7CDCB"/>
                </a:solidFill>
                <a:ea typeface="+mn-lt"/>
                <a:cs typeface="+mn-lt"/>
              </a:rPr>
              <a:t>Tailored interfaces for Students, Faculty, and </a:t>
            </a:r>
            <a:r>
              <a:rPr lang="en-US" sz="1200">
                <a:solidFill>
                  <a:srgbClr val="C7CDCB"/>
                </a:solidFill>
                <a:ea typeface="+mn-lt"/>
                <a:cs typeface="+mn-lt"/>
              </a:rPr>
              <a:t>Department Admins.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16568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1F1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9176" y="2167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5D50"/>
          </a:solidFill>
          <a:ln/>
        </p:spPr>
      </p:sp>
      <p:sp>
        <p:nvSpPr>
          <p:cNvPr id="21" name="Text 19"/>
          <p:cNvSpPr/>
          <p:nvPr/>
        </p:nvSpPr>
        <p:spPr>
          <a:xfrm>
            <a:off x="9409176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AF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9176" y="2834640"/>
            <a:ext cx="2020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9176" y="3566160"/>
            <a:ext cx="20208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milestone tracking and evaluation logs for faculty feedback.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72968" y="32689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98464" y="32689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23960" y="32689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42</cp:revision>
  <dcterms:created xsi:type="dcterms:W3CDTF">2026-08-10T13:37:53Z</dcterms:created>
  <dcterms:modified xsi:type="dcterms:W3CDTF">2026-08-11T03:05:36Z</dcterms:modified>
</cp:coreProperties>
</file>